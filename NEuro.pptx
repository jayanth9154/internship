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Almarai" charset="1" panose="00000000000000000000"/>
      <p:regular r:id="rId23"/>
    </p:embeddedFont>
    <p:embeddedFont>
      <p:font typeface="Almarai Bold" charset="1" panose="00000000000000000000"/>
      <p:regular r:id="rId24"/>
    </p:embeddedFont>
    <p:embeddedFont>
      <p:font typeface="Canva Sans Bold" charset="1" panose="020B0803030501040103"/>
      <p:regular r:id="rId25"/>
    </p:embeddedFont>
    <p:embeddedFont>
      <p:font typeface="Canva Sans" charset="1" panose="020B05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5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jpe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31E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65940" y="-491592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8" y="0"/>
                </a:lnTo>
                <a:lnTo>
                  <a:pt x="8754598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201419" y="5061812"/>
            <a:ext cx="5246522" cy="7495031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57142" t="0" r="-5714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2201419" y="5061812"/>
            <a:ext cx="5246522" cy="7495031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5"/>
              <a:stretch>
                <a:fillRect l="-57209" t="0" r="-57209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9144000" y="6196748"/>
            <a:ext cx="2564685" cy="3663835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05262" y="-3450194"/>
            <a:ext cx="6752859" cy="9646942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7"/>
              <a:stretch>
                <a:fillRect l="-57209" t="0" r="-57209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6605949" y="3464712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-5976625" y="4306703"/>
            <a:ext cx="8754599" cy="8754599"/>
          </a:xfrm>
          <a:custGeom>
            <a:avLst/>
            <a:gdLst/>
            <a:ahLst/>
            <a:cxnLst/>
            <a:rect r="r" b="b" t="t" l="l"/>
            <a:pathLst>
              <a:path h="8754599" w="8754599">
                <a:moveTo>
                  <a:pt x="0" y="0"/>
                </a:moveTo>
                <a:lnTo>
                  <a:pt x="8754599" y="0"/>
                </a:lnTo>
                <a:lnTo>
                  <a:pt x="8754599" y="8754599"/>
                </a:lnTo>
                <a:lnTo>
                  <a:pt x="0" y="8754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73748" y="6965005"/>
            <a:ext cx="5689887" cy="446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9"/>
              </a:lnSpc>
              <a:spcBef>
                <a:spcPct val="0"/>
              </a:spcBef>
            </a:pPr>
            <a:r>
              <a:rPr lang="en-US" sz="2829" spc="432">
                <a:solidFill>
                  <a:srgbClr val="FFFFFF"/>
                </a:solidFill>
                <a:latin typeface="Almarai"/>
                <a:ea typeface="Almarai"/>
                <a:cs typeface="Almarai"/>
                <a:sym typeface="Almarai"/>
              </a:rPr>
              <a:t>Presented by: M.jayanth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73748" y="3301008"/>
            <a:ext cx="7231514" cy="1474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b="true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NEURO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3748" y="4747835"/>
            <a:ext cx="7231514" cy="1474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66"/>
              </a:lnSpc>
            </a:pPr>
            <a:r>
              <a:rPr lang="en-US" sz="9555" b="true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FLEETX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5905" y="2227431"/>
            <a:ext cx="1371267" cy="13712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079368" y="2558555"/>
            <a:ext cx="733166" cy="714504"/>
          </a:xfrm>
          <a:custGeom>
            <a:avLst/>
            <a:gdLst/>
            <a:ahLst/>
            <a:cxnLst/>
            <a:rect r="r" b="b" t="t" l="l"/>
            <a:pathLst>
              <a:path h="714504" w="733166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913366" y="2692985"/>
            <a:ext cx="4402447" cy="58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1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480574" y="1028700"/>
            <a:ext cx="10186816" cy="8229600"/>
          </a:xfrm>
          <a:custGeom>
            <a:avLst/>
            <a:gdLst/>
            <a:ahLst/>
            <a:cxnLst/>
            <a:rect r="r" b="b" t="t" l="l"/>
            <a:pathLst>
              <a:path h="8229600" w="10186816">
                <a:moveTo>
                  <a:pt x="0" y="0"/>
                </a:moveTo>
                <a:lnTo>
                  <a:pt x="10186816" y="0"/>
                </a:lnTo>
                <a:lnTo>
                  <a:pt x="1018681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850" t="0" r="-13876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913366" y="3503448"/>
            <a:ext cx="34781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page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67390" y="5014957"/>
            <a:ext cx="6365078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testing the login page by not giving the email address and password that works good.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5905" y="2227431"/>
            <a:ext cx="1371267" cy="13712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079368" y="2558555"/>
            <a:ext cx="733166" cy="714504"/>
          </a:xfrm>
          <a:custGeom>
            <a:avLst/>
            <a:gdLst/>
            <a:ahLst/>
            <a:cxnLst/>
            <a:rect r="r" b="b" t="t" l="l"/>
            <a:pathLst>
              <a:path h="714504" w="733166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049771" y="875530"/>
            <a:ext cx="7391964" cy="8229600"/>
          </a:xfrm>
          <a:custGeom>
            <a:avLst/>
            <a:gdLst/>
            <a:ahLst/>
            <a:cxnLst/>
            <a:rect r="r" b="b" t="t" l="l"/>
            <a:pathLst>
              <a:path h="8229600" w="7391964">
                <a:moveTo>
                  <a:pt x="0" y="0"/>
                </a:moveTo>
                <a:lnTo>
                  <a:pt x="7391964" y="0"/>
                </a:lnTo>
                <a:lnTo>
                  <a:pt x="73919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314" r="0" b="-738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13366" y="2692985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1.1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13366" y="3503448"/>
            <a:ext cx="3478173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page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67390" y="5014957"/>
            <a:ext cx="636507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Testing the login page by entering the email address and password that work well. and shows the dashboard.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5905" y="2227431"/>
            <a:ext cx="1371267" cy="13712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079368" y="2558555"/>
            <a:ext cx="733166" cy="714504"/>
          </a:xfrm>
          <a:custGeom>
            <a:avLst/>
            <a:gdLst/>
            <a:ahLst/>
            <a:cxnLst/>
            <a:rect r="r" b="b" t="t" l="l"/>
            <a:pathLst>
              <a:path h="714504" w="733166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607259" y="1162613"/>
            <a:ext cx="7526731" cy="7961774"/>
          </a:xfrm>
          <a:custGeom>
            <a:avLst/>
            <a:gdLst/>
            <a:ahLst/>
            <a:cxnLst/>
            <a:rect r="r" b="b" t="t" l="l"/>
            <a:pathLst>
              <a:path h="7961774" w="7526731">
                <a:moveTo>
                  <a:pt x="0" y="0"/>
                </a:moveTo>
                <a:lnTo>
                  <a:pt x="7526731" y="0"/>
                </a:lnTo>
                <a:lnTo>
                  <a:pt x="7526731" y="7961774"/>
                </a:lnTo>
                <a:lnTo>
                  <a:pt x="0" y="79617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521" t="0" r="-1669" b="-90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13366" y="2692985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25247" y="3503448"/>
            <a:ext cx="385441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in page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67390" y="5014957"/>
            <a:ext cx="636507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Testing the sign-in by giving some details that work well. and shows a pop-up message, please fill out this field.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5905" y="2227431"/>
            <a:ext cx="1371267" cy="13712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079368" y="2558555"/>
            <a:ext cx="733166" cy="714504"/>
          </a:xfrm>
          <a:custGeom>
            <a:avLst/>
            <a:gdLst/>
            <a:ahLst/>
            <a:cxnLst/>
            <a:rect r="r" b="b" t="t" l="l"/>
            <a:pathLst>
              <a:path h="714504" w="733166">
                <a:moveTo>
                  <a:pt x="0" y="0"/>
                </a:moveTo>
                <a:lnTo>
                  <a:pt x="733167" y="0"/>
                </a:lnTo>
                <a:lnTo>
                  <a:pt x="733167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106636" y="1087649"/>
            <a:ext cx="7728794" cy="8111702"/>
          </a:xfrm>
          <a:custGeom>
            <a:avLst/>
            <a:gdLst/>
            <a:ahLst/>
            <a:cxnLst/>
            <a:rect r="r" b="b" t="t" l="l"/>
            <a:pathLst>
              <a:path h="8111702" w="7728794">
                <a:moveTo>
                  <a:pt x="0" y="0"/>
                </a:moveTo>
                <a:lnTo>
                  <a:pt x="7728794" y="0"/>
                </a:lnTo>
                <a:lnTo>
                  <a:pt x="7728794" y="8111702"/>
                </a:lnTo>
                <a:lnTo>
                  <a:pt x="0" y="8111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992" t="0" r="-11992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913366" y="2692985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2.1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25247" y="3503448"/>
            <a:ext cx="3854410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in page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67390" y="5014957"/>
            <a:ext cx="6365078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BFB"/>
                </a:solidFill>
                <a:latin typeface="Canva Sans"/>
                <a:ea typeface="Canva Sans"/>
                <a:cs typeface="Canva Sans"/>
                <a:sym typeface="Canva Sans"/>
              </a:rPr>
              <a:t>After filling in all the details, it will redirect to the login page. after we log in with our email and password, it will redirect us to the dashboard.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33530" y="2230173"/>
            <a:ext cx="1371267" cy="137126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E3B2"/>
            </a:solidFill>
            <a:ln w="95250" cap="sq">
              <a:solidFill>
                <a:srgbClr val="051D4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552581" y="2558555"/>
            <a:ext cx="733166" cy="714504"/>
          </a:xfrm>
          <a:custGeom>
            <a:avLst/>
            <a:gdLst/>
            <a:ahLst/>
            <a:cxnLst/>
            <a:rect r="r" b="b" t="t" l="l"/>
            <a:pathLst>
              <a:path h="714504" w="733166">
                <a:moveTo>
                  <a:pt x="0" y="0"/>
                </a:moveTo>
                <a:lnTo>
                  <a:pt x="733166" y="0"/>
                </a:lnTo>
                <a:lnTo>
                  <a:pt x="733166" y="714504"/>
                </a:lnTo>
                <a:lnTo>
                  <a:pt x="0" y="714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6"/>
              <a:stretch>
                <a:fillRect l="-201730" t="0" r="-20173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126211" t="0" r="-126211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59007" y="1717521"/>
            <a:ext cx="11218745" cy="6771074"/>
          </a:xfrm>
          <a:custGeom>
            <a:avLst/>
            <a:gdLst/>
            <a:ahLst/>
            <a:cxnLst/>
            <a:rect r="r" b="b" t="t" l="l"/>
            <a:pathLst>
              <a:path h="6771074" w="11218745">
                <a:moveTo>
                  <a:pt x="0" y="0"/>
                </a:moveTo>
                <a:lnTo>
                  <a:pt x="11218745" y="0"/>
                </a:lnTo>
                <a:lnTo>
                  <a:pt x="11218745" y="6771075"/>
                </a:lnTo>
                <a:lnTo>
                  <a:pt x="0" y="6771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28" t="0" r="-21556" b="-613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755357" y="2685365"/>
            <a:ext cx="4402447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7"/>
              </a:lnSpc>
              <a:spcBef>
                <a:spcPct val="0"/>
              </a:spcBef>
            </a:pPr>
            <a:r>
              <a:rPr lang="en-US" b="true" sz="3374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CONCEPT 1.1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501406" y="3177809"/>
            <a:ext cx="662225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 overview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477752" y="4245062"/>
            <a:ext cx="6365078" cy="238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This is the dashboard that displays the various features of the project NeuroFleetX that are build in the feature.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698066" y="1897602"/>
            <a:ext cx="13873115" cy="8183742"/>
          </a:xfrm>
          <a:custGeom>
            <a:avLst/>
            <a:gdLst/>
            <a:ahLst/>
            <a:cxnLst/>
            <a:rect r="r" b="b" t="t" l="l"/>
            <a:pathLst>
              <a:path h="8183742" w="13873115">
                <a:moveTo>
                  <a:pt x="0" y="0"/>
                </a:moveTo>
                <a:lnTo>
                  <a:pt x="13873115" y="0"/>
                </a:lnTo>
                <a:lnTo>
                  <a:pt x="13873115" y="8183741"/>
                </a:lnTo>
                <a:lnTo>
                  <a:pt x="0" y="8183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980" t="0" r="-892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58523" y="141605"/>
            <a:ext cx="477095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Live map page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63760" y="1717521"/>
            <a:ext cx="15068561" cy="8182268"/>
          </a:xfrm>
          <a:custGeom>
            <a:avLst/>
            <a:gdLst/>
            <a:ahLst/>
            <a:cxnLst/>
            <a:rect r="r" b="b" t="t" l="l"/>
            <a:pathLst>
              <a:path h="8182268" w="15068561">
                <a:moveTo>
                  <a:pt x="0" y="0"/>
                </a:moveTo>
                <a:lnTo>
                  <a:pt x="15068561" y="0"/>
                </a:lnTo>
                <a:lnTo>
                  <a:pt x="15068561" y="8182268"/>
                </a:lnTo>
                <a:lnTo>
                  <a:pt x="0" y="81822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48" r="-9654" b="-24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798225" y="141605"/>
            <a:ext cx="669155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Fleet telemetry page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86397" y="1296526"/>
            <a:ext cx="10979537" cy="8042585"/>
          </a:xfrm>
          <a:custGeom>
            <a:avLst/>
            <a:gdLst/>
            <a:ahLst/>
            <a:cxnLst/>
            <a:rect r="r" b="b" t="t" l="l"/>
            <a:pathLst>
              <a:path h="8042585" w="10979537">
                <a:moveTo>
                  <a:pt x="0" y="0"/>
                </a:moveTo>
                <a:lnTo>
                  <a:pt x="10979537" y="0"/>
                </a:lnTo>
                <a:lnTo>
                  <a:pt x="10979537" y="8042585"/>
                </a:lnTo>
                <a:lnTo>
                  <a:pt x="0" y="80425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45" r="-3148" b="-21821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798225" y="-95250"/>
            <a:ext cx="669155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Fleet telemetry page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19558" y="2327893"/>
            <a:ext cx="16231662" cy="7329099"/>
          </a:xfrm>
          <a:custGeom>
            <a:avLst/>
            <a:gdLst/>
            <a:ahLst/>
            <a:cxnLst/>
            <a:rect r="r" b="b" t="t" l="l"/>
            <a:pathLst>
              <a:path h="7329099" w="16231662">
                <a:moveTo>
                  <a:pt x="0" y="0"/>
                </a:moveTo>
                <a:lnTo>
                  <a:pt x="16231662" y="0"/>
                </a:lnTo>
                <a:lnTo>
                  <a:pt x="16231662" y="7329099"/>
                </a:lnTo>
                <a:lnTo>
                  <a:pt x="0" y="73290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921" r="-3814" b="-111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17096" y="141605"/>
            <a:ext cx="66538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Fleet Inventory page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4118937" y="1296944"/>
            <a:ext cx="10645596" cy="8343528"/>
          </a:xfrm>
          <a:custGeom>
            <a:avLst/>
            <a:gdLst/>
            <a:ahLst/>
            <a:cxnLst/>
            <a:rect r="r" b="b" t="t" l="l"/>
            <a:pathLst>
              <a:path h="8343528" w="10645596">
                <a:moveTo>
                  <a:pt x="0" y="0"/>
                </a:moveTo>
                <a:lnTo>
                  <a:pt x="10645597" y="0"/>
                </a:lnTo>
                <a:lnTo>
                  <a:pt x="10645597" y="8343527"/>
                </a:lnTo>
                <a:lnTo>
                  <a:pt x="0" y="83435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774" t="-1069" r="-5830" b="-152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891570" y="141605"/>
            <a:ext cx="650486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Fleet Analytics page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5677" y="1296526"/>
            <a:ext cx="9150998" cy="8576325"/>
          </a:xfrm>
          <a:custGeom>
            <a:avLst/>
            <a:gdLst/>
            <a:ahLst/>
            <a:cxnLst/>
            <a:rect r="r" b="b" t="t" l="l"/>
            <a:pathLst>
              <a:path h="8576325" w="9150998">
                <a:moveTo>
                  <a:pt x="0" y="0"/>
                </a:moveTo>
                <a:lnTo>
                  <a:pt x="9150998" y="0"/>
                </a:lnTo>
                <a:lnTo>
                  <a:pt x="9150998" y="8576324"/>
                </a:lnTo>
                <a:lnTo>
                  <a:pt x="0" y="8576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736" r="-484" b="-435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441735" y="1623774"/>
            <a:ext cx="8665107" cy="7775302"/>
          </a:xfrm>
          <a:custGeom>
            <a:avLst/>
            <a:gdLst/>
            <a:ahLst/>
            <a:cxnLst/>
            <a:rect r="r" b="b" t="t" l="l"/>
            <a:pathLst>
              <a:path h="7775302" w="8665107">
                <a:moveTo>
                  <a:pt x="0" y="0"/>
                </a:moveTo>
                <a:lnTo>
                  <a:pt x="8665107" y="0"/>
                </a:lnTo>
                <a:lnTo>
                  <a:pt x="8665107" y="7775302"/>
                </a:lnTo>
                <a:lnTo>
                  <a:pt x="0" y="7775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194" t="0" r="-4479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73366" y="141605"/>
            <a:ext cx="63412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Driver portal  pages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25100" y="1717521"/>
            <a:ext cx="8702055" cy="7345847"/>
          </a:xfrm>
          <a:custGeom>
            <a:avLst/>
            <a:gdLst/>
            <a:ahLst/>
            <a:cxnLst/>
            <a:rect r="r" b="b" t="t" l="l"/>
            <a:pathLst>
              <a:path h="7345847" w="8702055">
                <a:moveTo>
                  <a:pt x="0" y="0"/>
                </a:moveTo>
                <a:lnTo>
                  <a:pt x="8702055" y="0"/>
                </a:lnTo>
                <a:lnTo>
                  <a:pt x="8702055" y="7345847"/>
                </a:lnTo>
                <a:lnTo>
                  <a:pt x="0" y="73458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06" t="0" r="-1354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44000" y="2066886"/>
            <a:ext cx="9027911" cy="6572279"/>
          </a:xfrm>
          <a:custGeom>
            <a:avLst/>
            <a:gdLst/>
            <a:ahLst/>
            <a:cxnLst/>
            <a:rect r="r" b="b" t="t" l="l"/>
            <a:pathLst>
              <a:path h="6572279" w="9027911">
                <a:moveTo>
                  <a:pt x="0" y="0"/>
                </a:moveTo>
                <a:lnTo>
                  <a:pt x="9027911" y="0"/>
                </a:lnTo>
                <a:lnTo>
                  <a:pt x="9027911" y="6572279"/>
                </a:lnTo>
                <a:lnTo>
                  <a:pt x="0" y="6572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3" t="0" r="-18404" b="-484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973366" y="141605"/>
            <a:ext cx="63412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Driver portal  pages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415093" y="1551961"/>
            <a:ext cx="11457813" cy="7833494"/>
          </a:xfrm>
          <a:custGeom>
            <a:avLst/>
            <a:gdLst/>
            <a:ahLst/>
            <a:cxnLst/>
            <a:rect r="r" b="b" t="t" l="l"/>
            <a:pathLst>
              <a:path h="7833494" w="11457813">
                <a:moveTo>
                  <a:pt x="0" y="0"/>
                </a:moveTo>
                <a:lnTo>
                  <a:pt x="11457814" y="0"/>
                </a:lnTo>
                <a:lnTo>
                  <a:pt x="11457814" y="7833493"/>
                </a:lnTo>
                <a:lnTo>
                  <a:pt x="0" y="78334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880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973366" y="141605"/>
            <a:ext cx="634126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Driver portal  pages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202590" y="1296526"/>
            <a:ext cx="7916070" cy="8347218"/>
          </a:xfrm>
          <a:custGeom>
            <a:avLst/>
            <a:gdLst/>
            <a:ahLst/>
            <a:cxnLst/>
            <a:rect r="r" b="b" t="t" l="l"/>
            <a:pathLst>
              <a:path h="8347218" w="7916070">
                <a:moveTo>
                  <a:pt x="0" y="0"/>
                </a:moveTo>
                <a:lnTo>
                  <a:pt x="7916070" y="0"/>
                </a:lnTo>
                <a:lnTo>
                  <a:pt x="7916070" y="8347218"/>
                </a:lnTo>
                <a:lnTo>
                  <a:pt x="0" y="83472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659" t="0" r="-74658" b="-12404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49470" y="1445396"/>
            <a:ext cx="9664681" cy="8046622"/>
          </a:xfrm>
          <a:custGeom>
            <a:avLst/>
            <a:gdLst/>
            <a:ahLst/>
            <a:cxnLst/>
            <a:rect r="r" b="b" t="t" l="l"/>
            <a:pathLst>
              <a:path h="8046622" w="9664681">
                <a:moveTo>
                  <a:pt x="0" y="0"/>
                </a:moveTo>
                <a:lnTo>
                  <a:pt x="9664680" y="0"/>
                </a:lnTo>
                <a:lnTo>
                  <a:pt x="9664680" y="8046622"/>
                </a:lnTo>
                <a:lnTo>
                  <a:pt x="0" y="8046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729" t="0" r="-34276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97163" y="141605"/>
            <a:ext cx="74936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portal  pages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41735" y="6831540"/>
            <a:ext cx="566255" cy="720926"/>
          </a:xfrm>
          <a:custGeom>
            <a:avLst/>
            <a:gdLst/>
            <a:ahLst/>
            <a:cxnLst/>
            <a:rect r="r" b="b" t="t" l="l"/>
            <a:pathLst>
              <a:path h="720926" w="566255">
                <a:moveTo>
                  <a:pt x="0" y="0"/>
                </a:moveTo>
                <a:lnTo>
                  <a:pt x="566255" y="0"/>
                </a:lnTo>
                <a:lnTo>
                  <a:pt x="566255" y="720926"/>
                </a:lnTo>
                <a:lnTo>
                  <a:pt x="0" y="7209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259300" y="2066886"/>
            <a:ext cx="5754080" cy="8220114"/>
            <a:chOff x="0" y="0"/>
            <a:chExt cx="4445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-4725380" y="5468707"/>
            <a:ext cx="5754080" cy="8220114"/>
            <a:chOff x="0" y="0"/>
            <a:chExt cx="4445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763958" y="-781916"/>
            <a:ext cx="1683983" cy="2405689"/>
            <a:chOff x="0" y="0"/>
            <a:chExt cx="4445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4445000">
                  <a:moveTo>
                    <a:pt x="2222500" y="6350000"/>
                  </a:moveTo>
                  <a:cubicBezTo>
                    <a:pt x="995680" y="6350000"/>
                    <a:pt x="0" y="5354320"/>
                    <a:pt x="0" y="4127500"/>
                  </a:cubicBezTo>
                  <a:lnTo>
                    <a:pt x="0" y="2222500"/>
                  </a:lnTo>
                  <a:cubicBezTo>
                    <a:pt x="0" y="995680"/>
                    <a:pt x="995680" y="0"/>
                    <a:pt x="2222500" y="0"/>
                  </a:cubicBezTo>
                  <a:cubicBezTo>
                    <a:pt x="3449320" y="0"/>
                    <a:pt x="4445000" y="995680"/>
                    <a:pt x="4445000" y="2222500"/>
                  </a:cubicBezTo>
                  <a:lnTo>
                    <a:pt x="4445000" y="4127500"/>
                  </a:lnTo>
                  <a:cubicBezTo>
                    <a:pt x="4445000" y="5354320"/>
                    <a:pt x="3449320" y="6350000"/>
                    <a:pt x="2222500" y="6350000"/>
                  </a:cubicBezTo>
                  <a:close/>
                </a:path>
              </a:pathLst>
            </a:custGeom>
            <a:blipFill>
              <a:blip r:embed="rId4"/>
              <a:stretch>
                <a:fillRect l="-201730" t="0" r="-20173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14391539" y="875530"/>
            <a:ext cx="841991" cy="84199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26211" t="0" r="-12621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8652" y="2066886"/>
            <a:ext cx="9566210" cy="6869185"/>
          </a:xfrm>
          <a:custGeom>
            <a:avLst/>
            <a:gdLst/>
            <a:ahLst/>
            <a:cxnLst/>
            <a:rect r="r" b="b" t="t" l="l"/>
            <a:pathLst>
              <a:path h="6869185" w="9566210">
                <a:moveTo>
                  <a:pt x="0" y="0"/>
                </a:moveTo>
                <a:lnTo>
                  <a:pt x="9566211" y="0"/>
                </a:lnTo>
                <a:lnTo>
                  <a:pt x="9566211" y="6869185"/>
                </a:lnTo>
                <a:lnTo>
                  <a:pt x="0" y="68691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226" t="0" r="-28173" b="-1114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858934" y="2066886"/>
            <a:ext cx="8429066" cy="6890674"/>
          </a:xfrm>
          <a:custGeom>
            <a:avLst/>
            <a:gdLst/>
            <a:ahLst/>
            <a:cxnLst/>
            <a:rect r="r" b="b" t="t" l="l"/>
            <a:pathLst>
              <a:path h="6890674" w="8429066">
                <a:moveTo>
                  <a:pt x="0" y="0"/>
                </a:moveTo>
                <a:lnTo>
                  <a:pt x="8429066" y="0"/>
                </a:lnTo>
                <a:lnTo>
                  <a:pt x="8429066" y="6890673"/>
                </a:lnTo>
                <a:lnTo>
                  <a:pt x="0" y="6890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934" t="0" r="-29642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397163" y="141605"/>
            <a:ext cx="749367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17E3B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portal  pages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90195" y="3049848"/>
            <a:ext cx="7569105" cy="786825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0" t="-22279" r="0" b="-2227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690195" y="736179"/>
            <a:ext cx="7569105" cy="7868257"/>
            <a:chOff x="0" y="0"/>
            <a:chExt cx="6108573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28012" t="0" r="-28012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8977" y="5048782"/>
            <a:ext cx="8547767" cy="57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54"/>
              </a:lnSpc>
              <a:spcBef>
                <a:spcPct val="0"/>
              </a:spcBef>
            </a:pPr>
            <a:r>
              <a:rPr lang="en-US" b="true" sz="3373">
                <a:solidFill>
                  <a:srgbClr val="FFFFFF"/>
                </a:solidFill>
                <a:latin typeface="Almarai Bold"/>
                <a:ea typeface="Almarai Bold"/>
                <a:cs typeface="Almarai Bold"/>
                <a:sym typeface="Almarai Bold"/>
              </a:rPr>
              <a:t>CONNECT WITH US.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68977" y="5745924"/>
            <a:ext cx="622951" cy="622951"/>
          </a:xfrm>
          <a:custGeom>
            <a:avLst/>
            <a:gdLst/>
            <a:ahLst/>
            <a:cxnLst/>
            <a:rect r="r" b="b" t="t" l="l"/>
            <a:pathLst>
              <a:path h="622951" w="622951">
                <a:moveTo>
                  <a:pt x="0" y="0"/>
                </a:moveTo>
                <a:lnTo>
                  <a:pt x="622951" y="0"/>
                </a:lnTo>
                <a:lnTo>
                  <a:pt x="622951" y="622951"/>
                </a:lnTo>
                <a:lnTo>
                  <a:pt x="0" y="622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690195" y="-62141"/>
            <a:ext cx="7569105" cy="7868257"/>
            <a:chOff x="0" y="0"/>
            <a:chExt cx="6108573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90195" y="-62141"/>
            <a:ext cx="7569105" cy="7868257"/>
            <a:chOff x="0" y="0"/>
            <a:chExt cx="6108573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3"/>
              <a:stretch>
                <a:fillRect l="-28012" t="0" r="-2801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668977" y="3320418"/>
            <a:ext cx="5735021" cy="118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23"/>
              </a:lnSpc>
            </a:pPr>
            <a:r>
              <a:rPr lang="en-US" b="true" sz="6873" spc="419">
                <a:solidFill>
                  <a:srgbClr val="17E3B2"/>
                </a:solidFill>
                <a:latin typeface="Almarai Bold"/>
                <a:ea typeface="Almarai Bold"/>
                <a:cs typeface="Almarai Bold"/>
                <a:sym typeface="Almarai Bold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13531" y="5849128"/>
            <a:ext cx="4962662" cy="40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8"/>
              </a:lnSpc>
              <a:spcBef>
                <a:spcPct val="0"/>
              </a:spcBef>
            </a:pPr>
            <a:r>
              <a:rPr lang="en-US" sz="2623" spc="131">
                <a:solidFill>
                  <a:srgbClr val="FFFBFB"/>
                </a:solidFill>
                <a:latin typeface="Almarai"/>
                <a:ea typeface="Almarai"/>
                <a:cs typeface="Almarai"/>
                <a:sym typeface="Almarai"/>
              </a:rPr>
              <a:t>m.jayanth431@outlook.com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DAGxYO6pZ8g</dc:identifier>
  <dcterms:modified xsi:type="dcterms:W3CDTF">2011-08-01T06:04:30Z</dcterms:modified>
  <cp:revision>1</cp:revision>
  <dc:title>NEuro</dc:title>
</cp:coreProperties>
</file>
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Almarai" panose="020B0604020202020204" charset="-78"/>
      <p:regular r:id="rId23"/>
    </p:embeddedFont>
    <p:embeddedFont>
      <p:font typeface="Almarai Bold" panose="020B0604020202020204" charset="-78"/>
      <p:regular r:id="rId24"/>
    </p:embeddedFont>
    <p:embeddedFont>
      <p:font typeface="Canva Sans" panose="020B0604020202020204" charset="0"/>
      <p:regular r:id="rId25"/>
    </p:embeddedFont>
    <p:embeddedFont>
      <p:font typeface="Canva San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65940" y="-491592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201419" y="5061812"/>
            <a:ext cx="5246522" cy="7495031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57142" r="-5714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12201419" y="5061812"/>
            <a:ext cx="5246522" cy="7495031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57209" r="-5720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9144000" y="6196748"/>
            <a:ext cx="2564685" cy="3663835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805262" y="-3450194"/>
            <a:ext cx="6752859" cy="9646942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57209" r="-5720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5976625" y="4306703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73748" y="6965005"/>
            <a:ext cx="5689887" cy="44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  <a:spcBef>
                <a:spcPct val="0"/>
              </a:spcBef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Presented by: M.jayanth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3748" y="3301008"/>
            <a:ext cx="7231514" cy="147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NEURO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3748" y="4747835"/>
            <a:ext cx="7231514" cy="147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FLEETX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6985" y="690095"/>
            <a:ext cx="1867358" cy="18673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77100" y="3531559"/>
            <a:ext cx="721898" cy="1044852"/>
          </a:xfrm>
          <a:custGeom>
            <a:avLst/>
            <a:gdLst/>
            <a:ahLst/>
            <a:cxnLst/>
            <a:rect l="l" t="t" r="r" b="b"/>
            <a:pathLst>
              <a:path w="721898" h="1044852">
                <a:moveTo>
                  <a:pt x="0" y="0"/>
                </a:moveTo>
                <a:lnTo>
                  <a:pt x="721898" y="0"/>
                </a:lnTo>
                <a:lnTo>
                  <a:pt x="721898" y="1044852"/>
                </a:lnTo>
                <a:lnTo>
                  <a:pt x="0" y="1044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6610" y="1202778"/>
            <a:ext cx="1029822" cy="1041181"/>
          </a:xfrm>
          <a:custGeom>
            <a:avLst/>
            <a:gdLst/>
            <a:ahLst/>
            <a:cxnLst/>
            <a:rect l="l" t="t" r="r" b="b"/>
            <a:pathLst>
              <a:path w="1029822" h="1041181">
                <a:moveTo>
                  <a:pt x="0" y="0"/>
                </a:moveTo>
                <a:lnTo>
                  <a:pt x="1029823" y="0"/>
                </a:lnTo>
                <a:lnTo>
                  <a:pt x="1029823" y="1041181"/>
                </a:lnTo>
                <a:lnTo>
                  <a:pt x="0" y="1041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4613775" y="-4787359"/>
            <a:ext cx="8754599" cy="8754599"/>
          </a:xfrm>
          <a:custGeom>
            <a:avLst/>
            <a:gdLst/>
            <a:ahLst/>
            <a:cxnLst/>
            <a:rect l="l" t="t" r="r" b="b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r="-20173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26211" r="-12621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26211" r="-12621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r="-201730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-5173055" y="-2043171"/>
            <a:ext cx="5754080" cy="8220114"/>
            <a:chOff x="0" y="0"/>
            <a:chExt cx="4445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r="-201730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3094343" y="3004906"/>
            <a:ext cx="13210835" cy="441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3322" lvl="1" indent="-346661" algn="l">
              <a:lnSpc>
                <a:spcPts val="4431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Urban mobility faces major challenges such as traffic congestion, inefficient route planning, and lack of real-time insights for fleet managers.</a:t>
            </a:r>
          </a:p>
          <a:p>
            <a:pPr marL="693322" lvl="1" indent="-346661" algn="l">
              <a:lnSpc>
                <a:spcPts val="4431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Traditional fleet systems fail to adapt dynamically to changing traffic conditions.</a:t>
            </a:r>
          </a:p>
          <a:p>
            <a:pPr marL="693322" lvl="1" indent="-346661" algn="l">
              <a:lnSpc>
                <a:spcPts val="4431"/>
              </a:lnSpc>
              <a:buFont typeface="Arial"/>
              <a:buChar char="•"/>
            </a:pPr>
            <a:r>
              <a:rPr lang="en-US" sz="321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Manual operations result in poor customer satisfaction and increased fuel and time consumption.</a:t>
            </a:r>
          </a:p>
          <a:p>
            <a:pPr marL="0" lvl="0" indent="0" algn="l">
              <a:lnSpc>
                <a:spcPts val="4431"/>
              </a:lnSpc>
              <a:spcBef>
                <a:spcPct val="0"/>
              </a:spcBef>
            </a:pPr>
            <a:endParaRPr lang="en-US" sz="3211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542018" y="1183728"/>
            <a:ext cx="10482380" cy="107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11"/>
              </a:lnSpc>
              <a:spcBef>
                <a:spcPct val="0"/>
              </a:spcBef>
            </a:pPr>
            <a:r>
              <a:rPr lang="en-US" sz="6842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PROBLEM STATEMENT</a:t>
            </a:r>
          </a:p>
        </p:txBody>
      </p:sp>
      <p:grpSp>
        <p:nvGrpSpPr>
          <p:cNvPr id="27" name="Group 27"/>
          <p:cNvGrpSpPr/>
          <p:nvPr/>
        </p:nvGrpSpPr>
        <p:grpSpPr>
          <a:xfrm rot="-10800000">
            <a:off x="8534389" y="8771809"/>
            <a:ext cx="1683983" cy="2405689"/>
            <a:chOff x="0" y="0"/>
            <a:chExt cx="4445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r="-201730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 rot="-10800000">
            <a:off x="14079976" y="8055455"/>
            <a:ext cx="1683983" cy="2405689"/>
            <a:chOff x="0" y="0"/>
            <a:chExt cx="4445000" cy="635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r="-20173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1592" y="1717521"/>
            <a:ext cx="6376662" cy="637666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2767" y="1195545"/>
            <a:ext cx="7594311" cy="759431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2200679" y="4512397"/>
            <a:ext cx="4800049" cy="95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88"/>
              </a:lnSpc>
              <a:spcBef>
                <a:spcPct val="0"/>
              </a:spcBef>
            </a:pPr>
            <a:r>
              <a:rPr lang="en-US" sz="6073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SOLUTION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9422383" y="4890380"/>
            <a:ext cx="585607" cy="669613"/>
          </a:xfrm>
          <a:custGeom>
            <a:avLst/>
            <a:gdLst/>
            <a:ahLst/>
            <a:cxnLst/>
            <a:rect l="l" t="t" r="r" b="b"/>
            <a:pathLst>
              <a:path w="585607" h="669613">
                <a:moveTo>
                  <a:pt x="0" y="0"/>
                </a:moveTo>
                <a:lnTo>
                  <a:pt x="585607" y="0"/>
                </a:lnTo>
                <a:lnTo>
                  <a:pt x="585607" y="669613"/>
                </a:lnTo>
                <a:lnTo>
                  <a:pt x="0" y="669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75742" y="2120516"/>
            <a:ext cx="7984893" cy="681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778" lvl="1" indent="-305389" algn="l">
              <a:lnSpc>
                <a:spcPts val="3903"/>
              </a:lnSpc>
              <a:buFont typeface="Arial"/>
              <a:buChar char="•"/>
            </a:pPr>
            <a:r>
              <a:rPr lang="en-US" sz="28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NeuroFleetX provides a smart, AI-driven urban mobility platform.</a:t>
            </a:r>
          </a:p>
          <a:p>
            <a:pPr marL="610778" lvl="1" indent="-305389" algn="l">
              <a:lnSpc>
                <a:spcPts val="3903"/>
              </a:lnSpc>
              <a:buFont typeface="Arial"/>
              <a:buChar char="•"/>
            </a:pPr>
            <a:r>
              <a:rPr lang="en-US" sz="28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Uses Artificial Intelligence, IoT, and Predictive Analytics to deliver:</a:t>
            </a:r>
          </a:p>
          <a:p>
            <a:pPr marL="610778" lvl="1" indent="-305389" algn="l">
              <a:lnSpc>
                <a:spcPts val="3903"/>
              </a:lnSpc>
              <a:buFont typeface="Arial"/>
              <a:buChar char="•"/>
            </a:pPr>
            <a:r>
              <a:rPr lang="en-US" sz="28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Real-time vehicle and driver tracking</a:t>
            </a:r>
          </a:p>
          <a:p>
            <a:pPr marL="610778" lvl="1" indent="-305389" algn="l">
              <a:lnSpc>
                <a:spcPts val="3903"/>
              </a:lnSpc>
              <a:buFont typeface="Arial"/>
              <a:buChar char="•"/>
            </a:pPr>
            <a:r>
              <a:rPr lang="en-US" sz="28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Predictive maintenance and performance analysis</a:t>
            </a:r>
          </a:p>
          <a:p>
            <a:pPr marL="610778" lvl="1" indent="-305389" algn="l">
              <a:lnSpc>
                <a:spcPts val="3903"/>
              </a:lnSpc>
              <a:buFont typeface="Arial"/>
              <a:buChar char="•"/>
            </a:pPr>
            <a:r>
              <a:rPr lang="en-US" sz="28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Route optimization using ML-based traffic prediction</a:t>
            </a:r>
          </a:p>
          <a:p>
            <a:pPr marL="610778" lvl="1" indent="-305389" algn="l">
              <a:lnSpc>
                <a:spcPts val="3903"/>
              </a:lnSpc>
              <a:buFont typeface="Arial"/>
              <a:buChar char="•"/>
            </a:pPr>
            <a:r>
              <a:rPr lang="en-US" sz="28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Integrated customer service and fleet management dashboard</a:t>
            </a:r>
          </a:p>
          <a:p>
            <a:pPr marL="610778" lvl="1" indent="-305389" algn="l">
              <a:lnSpc>
                <a:spcPts val="3903"/>
              </a:lnSpc>
              <a:buFont typeface="Arial"/>
              <a:buChar char="•"/>
            </a:pPr>
            <a:r>
              <a:rPr lang="en-US" sz="28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Built for scalability and mobile-first enterprise use.</a:t>
            </a:r>
          </a:p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endParaRPr lang="en-US" sz="2828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1592" y="1717521"/>
            <a:ext cx="6376662" cy="637666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2767" y="1195545"/>
            <a:ext cx="7594311" cy="759431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445478" y="4615509"/>
            <a:ext cx="6222775" cy="85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32"/>
              </a:lnSpc>
              <a:spcBef>
                <a:spcPct val="0"/>
              </a:spcBef>
            </a:pPr>
            <a:r>
              <a:rPr lang="en-US" sz="5443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IMPLEMENTATION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9422383" y="4890380"/>
            <a:ext cx="585607" cy="669613"/>
          </a:xfrm>
          <a:custGeom>
            <a:avLst/>
            <a:gdLst/>
            <a:ahLst/>
            <a:cxnLst/>
            <a:rect l="l" t="t" r="r" b="b"/>
            <a:pathLst>
              <a:path w="585607" h="669613">
                <a:moveTo>
                  <a:pt x="0" y="0"/>
                </a:moveTo>
                <a:lnTo>
                  <a:pt x="585607" y="0"/>
                </a:lnTo>
                <a:lnTo>
                  <a:pt x="585607" y="669613"/>
                </a:lnTo>
                <a:lnTo>
                  <a:pt x="0" y="669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277078" y="2183383"/>
            <a:ext cx="8904163" cy="6503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Developed modules: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Fleet Management Dashboard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Customer Booking &amp; Notification System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Predictive Maintenance Model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Real-Time Tracking Interface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Tech Stack: React, Springboot, ML API Integration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Features: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Live vehicle tracking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Automated alerts and performance analytics</a:t>
            </a:r>
          </a:p>
          <a:p>
            <a:pPr marL="681094" lvl="1" indent="-340547" algn="l">
              <a:lnSpc>
                <a:spcPts val="4353"/>
              </a:lnSpc>
              <a:buFont typeface="Arial"/>
              <a:buChar char="•"/>
            </a:pPr>
            <a:r>
              <a:rPr lang="en-US" sz="315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Data-driven decision support for fleet managers</a:t>
            </a:r>
          </a:p>
          <a:p>
            <a:pPr marL="0" lvl="0" indent="0" algn="l">
              <a:lnSpc>
                <a:spcPts val="4353"/>
              </a:lnSpc>
              <a:spcBef>
                <a:spcPct val="0"/>
              </a:spcBef>
            </a:pPr>
            <a:endParaRPr lang="en-US" sz="3154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r="-20173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r="-12621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5905" y="2227431"/>
            <a:ext cx="1371267" cy="13712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079368" y="2558555"/>
            <a:ext cx="733166" cy="714504"/>
          </a:xfrm>
          <a:custGeom>
            <a:avLst/>
            <a:gdLst/>
            <a:ahLst/>
            <a:cxnLst/>
            <a:rect l="l" t="t" r="r" b="b"/>
            <a:pathLst>
              <a:path w="733166" h="714504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913366" y="2692985"/>
            <a:ext cx="4402447" cy="58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57"/>
              </a:lnSpc>
              <a:spcBef>
                <a:spcPct val="0"/>
              </a:spcBef>
            </a:pPr>
            <a:r>
              <a:rPr lang="en-US" sz="3374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1</a:t>
            </a:r>
          </a:p>
        </p:txBody>
      </p:sp>
      <p:sp>
        <p:nvSpPr>
          <p:cNvPr id="16" name="Freeform 16"/>
          <p:cNvSpPr/>
          <p:nvPr/>
        </p:nvSpPr>
        <p:spPr>
          <a:xfrm>
            <a:off x="480574" y="1028700"/>
            <a:ext cx="10186816" cy="8229600"/>
          </a:xfrm>
          <a:custGeom>
            <a:avLst/>
            <a:gdLst/>
            <a:ahLst/>
            <a:cxnLst/>
            <a:rect l="l" t="t" r="r" b="b"/>
            <a:pathLst>
              <a:path w="10186816" h="8229600">
                <a:moveTo>
                  <a:pt x="0" y="0"/>
                </a:moveTo>
                <a:lnTo>
                  <a:pt x="10186816" y="0"/>
                </a:lnTo>
                <a:lnTo>
                  <a:pt x="101868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850" r="-1387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913366" y="3503448"/>
            <a:ext cx="371703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page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7390" y="5014957"/>
            <a:ext cx="636507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testing the login page by not giving the email address and password that works good.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5905" y="2227431"/>
            <a:ext cx="1371267" cy="13712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079368" y="2558555"/>
            <a:ext cx="733166" cy="714504"/>
          </a:xfrm>
          <a:custGeom>
            <a:avLst/>
            <a:gdLst/>
            <a:ahLst/>
            <a:cxnLst/>
            <a:rect l="l" t="t" r="r" b="b"/>
            <a:pathLst>
              <a:path w="733166" h="714504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049771" y="875530"/>
            <a:ext cx="7391964" cy="8229600"/>
          </a:xfrm>
          <a:custGeom>
            <a:avLst/>
            <a:gdLst/>
            <a:ahLst/>
            <a:cxnLst/>
            <a:rect l="l" t="t" r="r" b="b"/>
            <a:pathLst>
              <a:path w="7391964" h="8229600">
                <a:moveTo>
                  <a:pt x="0" y="0"/>
                </a:moveTo>
                <a:lnTo>
                  <a:pt x="7391964" y="0"/>
                </a:lnTo>
                <a:lnTo>
                  <a:pt x="73919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314" b="-738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913366" y="2692985"/>
            <a:ext cx="4402447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57"/>
              </a:lnSpc>
              <a:spcBef>
                <a:spcPct val="0"/>
              </a:spcBef>
            </a:pPr>
            <a:r>
              <a:rPr lang="en-US" sz="3374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1.1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13366" y="3503448"/>
            <a:ext cx="379323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page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7390" y="5014957"/>
            <a:ext cx="6365078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Testing the login page by entering the email address and password that work well. and shows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5905" y="2227431"/>
            <a:ext cx="1371267" cy="13712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079368" y="2558555"/>
            <a:ext cx="733166" cy="714504"/>
          </a:xfrm>
          <a:custGeom>
            <a:avLst/>
            <a:gdLst/>
            <a:ahLst/>
            <a:cxnLst/>
            <a:rect l="l" t="t" r="r" b="b"/>
            <a:pathLst>
              <a:path w="733166" h="714504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607259" y="1162613"/>
            <a:ext cx="7526731" cy="7961774"/>
          </a:xfrm>
          <a:custGeom>
            <a:avLst/>
            <a:gdLst/>
            <a:ahLst/>
            <a:cxnLst/>
            <a:rect l="l" t="t" r="r" b="b"/>
            <a:pathLst>
              <a:path w="7526731" h="7961774">
                <a:moveTo>
                  <a:pt x="0" y="0"/>
                </a:moveTo>
                <a:lnTo>
                  <a:pt x="7526731" y="0"/>
                </a:lnTo>
                <a:lnTo>
                  <a:pt x="7526731" y="7961774"/>
                </a:lnTo>
                <a:lnTo>
                  <a:pt x="0" y="79617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521" r="-1669" b="-90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913366" y="2692985"/>
            <a:ext cx="4402447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57"/>
              </a:lnSpc>
              <a:spcBef>
                <a:spcPct val="0"/>
              </a:spcBef>
            </a:pPr>
            <a:r>
              <a:rPr lang="en-US" sz="3374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25247" y="3503448"/>
            <a:ext cx="4223368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in page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7390" y="5014957"/>
            <a:ext cx="6365078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Testing the sign-in by giving some details that work well. and shows a pop-up message, please fill out this field.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5905" y="2227431"/>
            <a:ext cx="1371267" cy="13712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079368" y="2558555"/>
            <a:ext cx="733166" cy="714504"/>
          </a:xfrm>
          <a:custGeom>
            <a:avLst/>
            <a:gdLst/>
            <a:ahLst/>
            <a:cxnLst/>
            <a:rect l="l" t="t" r="r" b="b"/>
            <a:pathLst>
              <a:path w="733166" h="714504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106636" y="1087649"/>
            <a:ext cx="7728794" cy="8111702"/>
          </a:xfrm>
          <a:custGeom>
            <a:avLst/>
            <a:gdLst/>
            <a:ahLst/>
            <a:cxnLst/>
            <a:rect l="l" t="t" r="r" b="b"/>
            <a:pathLst>
              <a:path w="7728794" h="8111702">
                <a:moveTo>
                  <a:pt x="0" y="0"/>
                </a:moveTo>
                <a:lnTo>
                  <a:pt x="7728794" y="0"/>
                </a:lnTo>
                <a:lnTo>
                  <a:pt x="7728794" y="8111702"/>
                </a:lnTo>
                <a:lnTo>
                  <a:pt x="0" y="8111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992" r="-1199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913366" y="2692985"/>
            <a:ext cx="4402447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57"/>
              </a:lnSpc>
              <a:spcBef>
                <a:spcPct val="0"/>
              </a:spcBef>
            </a:pPr>
            <a:r>
              <a:rPr lang="en-US" sz="3374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2.1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67390" y="3518351"/>
            <a:ext cx="440244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in page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7390" y="5014957"/>
            <a:ext cx="6365078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After filling in all the details, it will redirect to the login page. after we log in with our email and password, it will redirect us to the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3530" y="2230173"/>
            <a:ext cx="1371267" cy="13712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52581" y="2558555"/>
            <a:ext cx="733166" cy="714504"/>
          </a:xfrm>
          <a:custGeom>
            <a:avLst/>
            <a:gdLst/>
            <a:ahLst/>
            <a:cxnLst/>
            <a:rect l="l" t="t" r="r" b="b"/>
            <a:pathLst>
              <a:path w="733166" h="714504">
                <a:moveTo>
                  <a:pt x="0" y="0"/>
                </a:moveTo>
                <a:lnTo>
                  <a:pt x="733166" y="0"/>
                </a:lnTo>
                <a:lnTo>
                  <a:pt x="733166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r="-12621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59007" y="1717521"/>
            <a:ext cx="11218745" cy="6771074"/>
          </a:xfrm>
          <a:custGeom>
            <a:avLst/>
            <a:gdLst/>
            <a:ahLst/>
            <a:cxnLst/>
            <a:rect l="l" t="t" r="r" b="b"/>
            <a:pathLst>
              <a:path w="11218745" h="6771074">
                <a:moveTo>
                  <a:pt x="0" y="0"/>
                </a:moveTo>
                <a:lnTo>
                  <a:pt x="11218745" y="0"/>
                </a:lnTo>
                <a:lnTo>
                  <a:pt x="11218745" y="6771075"/>
                </a:lnTo>
                <a:lnTo>
                  <a:pt x="0" y="6771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28" r="-21556" b="-61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755357" y="2685365"/>
            <a:ext cx="4402447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57"/>
              </a:lnSpc>
              <a:spcBef>
                <a:spcPct val="0"/>
              </a:spcBef>
            </a:pPr>
            <a:r>
              <a:rPr lang="en-US" sz="3374" b="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1.1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752" y="3510592"/>
            <a:ext cx="678659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77752" y="4515485"/>
            <a:ext cx="6365078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is the dashboard that displays the various features of the project </a:t>
            </a: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NeuroFleetX</a:t>
            </a: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that are build in the feature.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698066" y="1897602"/>
            <a:ext cx="13873115" cy="8183742"/>
          </a:xfrm>
          <a:custGeom>
            <a:avLst/>
            <a:gdLst/>
            <a:ahLst/>
            <a:cxnLst/>
            <a:rect l="l" t="t" r="r" b="b"/>
            <a:pathLst>
              <a:path w="13873115" h="8183742">
                <a:moveTo>
                  <a:pt x="0" y="0"/>
                </a:moveTo>
                <a:lnTo>
                  <a:pt x="13873115" y="0"/>
                </a:lnTo>
                <a:lnTo>
                  <a:pt x="13873115" y="8183741"/>
                </a:lnTo>
                <a:lnTo>
                  <a:pt x="0" y="8183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980" r="-892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58523" y="141605"/>
            <a:ext cx="477095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map page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63760" y="1717521"/>
            <a:ext cx="15068561" cy="8182268"/>
          </a:xfrm>
          <a:custGeom>
            <a:avLst/>
            <a:gdLst/>
            <a:ahLst/>
            <a:cxnLst/>
            <a:rect l="l" t="t" r="r" b="b"/>
            <a:pathLst>
              <a:path w="15068561" h="8182268">
                <a:moveTo>
                  <a:pt x="0" y="0"/>
                </a:moveTo>
                <a:lnTo>
                  <a:pt x="15068561" y="0"/>
                </a:lnTo>
                <a:lnTo>
                  <a:pt x="15068561" y="8182268"/>
                </a:lnTo>
                <a:lnTo>
                  <a:pt x="0" y="8182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48" r="-9654" b="-24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798225" y="141605"/>
            <a:ext cx="685097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Fleet telemetry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686397" y="1296526"/>
            <a:ext cx="10979537" cy="8042585"/>
          </a:xfrm>
          <a:custGeom>
            <a:avLst/>
            <a:gdLst/>
            <a:ahLst/>
            <a:cxnLst/>
            <a:rect l="l" t="t" r="r" b="b"/>
            <a:pathLst>
              <a:path w="10979537" h="8042585">
                <a:moveTo>
                  <a:pt x="0" y="0"/>
                </a:moveTo>
                <a:lnTo>
                  <a:pt x="10979537" y="0"/>
                </a:lnTo>
                <a:lnTo>
                  <a:pt x="10979537" y="8042585"/>
                </a:lnTo>
                <a:lnTo>
                  <a:pt x="0" y="80425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45" r="-3148" b="-2182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798225" y="-95250"/>
            <a:ext cx="6927175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Fleet telemetry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619558" y="2327893"/>
            <a:ext cx="16231662" cy="7329099"/>
          </a:xfrm>
          <a:custGeom>
            <a:avLst/>
            <a:gdLst/>
            <a:ahLst/>
            <a:cxnLst/>
            <a:rect l="l" t="t" r="r" b="b"/>
            <a:pathLst>
              <a:path w="16231662" h="7329099">
                <a:moveTo>
                  <a:pt x="0" y="0"/>
                </a:moveTo>
                <a:lnTo>
                  <a:pt x="16231662" y="0"/>
                </a:lnTo>
                <a:lnTo>
                  <a:pt x="16231662" y="7329099"/>
                </a:lnTo>
                <a:lnTo>
                  <a:pt x="0" y="7329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921" r="-3814" b="-111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89848" y="630008"/>
            <a:ext cx="690830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Fleet Inventory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4118937" y="1296944"/>
            <a:ext cx="10645596" cy="8343528"/>
          </a:xfrm>
          <a:custGeom>
            <a:avLst/>
            <a:gdLst/>
            <a:ahLst/>
            <a:cxnLst/>
            <a:rect l="l" t="t" r="r" b="b"/>
            <a:pathLst>
              <a:path w="10645596" h="8343528">
                <a:moveTo>
                  <a:pt x="0" y="0"/>
                </a:moveTo>
                <a:lnTo>
                  <a:pt x="10645597" y="0"/>
                </a:lnTo>
                <a:lnTo>
                  <a:pt x="10645597" y="8343527"/>
                </a:lnTo>
                <a:lnTo>
                  <a:pt x="0" y="8343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74" t="-1069" r="-5830" b="-152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891570" y="141605"/>
            <a:ext cx="650486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Fleet Analytics page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5677" y="1296526"/>
            <a:ext cx="9150998" cy="8576325"/>
          </a:xfrm>
          <a:custGeom>
            <a:avLst/>
            <a:gdLst/>
            <a:ahLst/>
            <a:cxnLst/>
            <a:rect l="l" t="t" r="r" b="b"/>
            <a:pathLst>
              <a:path w="9150998" h="8576325">
                <a:moveTo>
                  <a:pt x="0" y="0"/>
                </a:moveTo>
                <a:lnTo>
                  <a:pt x="9150998" y="0"/>
                </a:lnTo>
                <a:lnTo>
                  <a:pt x="9150998" y="8576324"/>
                </a:lnTo>
                <a:lnTo>
                  <a:pt x="0" y="857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736" r="-484" b="-435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441735" y="1623774"/>
            <a:ext cx="8665107" cy="7775302"/>
          </a:xfrm>
          <a:custGeom>
            <a:avLst/>
            <a:gdLst/>
            <a:ahLst/>
            <a:cxnLst/>
            <a:rect l="l" t="t" r="r" b="b"/>
            <a:pathLst>
              <a:path w="8665107" h="7775302">
                <a:moveTo>
                  <a:pt x="0" y="0"/>
                </a:moveTo>
                <a:lnTo>
                  <a:pt x="8665107" y="0"/>
                </a:lnTo>
                <a:lnTo>
                  <a:pt x="8665107" y="7775302"/>
                </a:lnTo>
                <a:lnTo>
                  <a:pt x="0" y="7775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94" r="-447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973366" y="141605"/>
            <a:ext cx="652343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Driver portal  pages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25100" y="1717521"/>
            <a:ext cx="8702055" cy="7345847"/>
          </a:xfrm>
          <a:custGeom>
            <a:avLst/>
            <a:gdLst/>
            <a:ahLst/>
            <a:cxnLst/>
            <a:rect l="l" t="t" r="r" b="b"/>
            <a:pathLst>
              <a:path w="8702055" h="7345847">
                <a:moveTo>
                  <a:pt x="0" y="0"/>
                </a:moveTo>
                <a:lnTo>
                  <a:pt x="8702055" y="0"/>
                </a:lnTo>
                <a:lnTo>
                  <a:pt x="8702055" y="7345847"/>
                </a:lnTo>
                <a:lnTo>
                  <a:pt x="0" y="7345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06" r="-1354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44000" y="2066886"/>
            <a:ext cx="9027911" cy="6572279"/>
          </a:xfrm>
          <a:custGeom>
            <a:avLst/>
            <a:gdLst/>
            <a:ahLst/>
            <a:cxnLst/>
            <a:rect l="l" t="t" r="r" b="b"/>
            <a:pathLst>
              <a:path w="9027911" h="6572279">
                <a:moveTo>
                  <a:pt x="0" y="0"/>
                </a:moveTo>
                <a:lnTo>
                  <a:pt x="9027911" y="0"/>
                </a:lnTo>
                <a:lnTo>
                  <a:pt x="9027911" y="6572279"/>
                </a:lnTo>
                <a:lnTo>
                  <a:pt x="0" y="6572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3" r="-18404" b="-4842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973366" y="141605"/>
            <a:ext cx="667583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Driver portal  pages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415093" y="1551961"/>
            <a:ext cx="11457813" cy="7833494"/>
          </a:xfrm>
          <a:custGeom>
            <a:avLst/>
            <a:gdLst/>
            <a:ahLst/>
            <a:cxnLst/>
            <a:rect l="l" t="t" r="r" b="b"/>
            <a:pathLst>
              <a:path w="11457813" h="7833494">
                <a:moveTo>
                  <a:pt x="0" y="0"/>
                </a:moveTo>
                <a:lnTo>
                  <a:pt x="11457814" y="0"/>
                </a:lnTo>
                <a:lnTo>
                  <a:pt x="11457814" y="7833493"/>
                </a:lnTo>
                <a:lnTo>
                  <a:pt x="0" y="7833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880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973366" y="141605"/>
            <a:ext cx="652343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Driver portal  pages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02590" y="1296526"/>
            <a:ext cx="7916070" cy="8347218"/>
          </a:xfrm>
          <a:custGeom>
            <a:avLst/>
            <a:gdLst/>
            <a:ahLst/>
            <a:cxnLst/>
            <a:rect l="l" t="t" r="r" b="b"/>
            <a:pathLst>
              <a:path w="7916070" h="8347218">
                <a:moveTo>
                  <a:pt x="0" y="0"/>
                </a:moveTo>
                <a:lnTo>
                  <a:pt x="7916070" y="0"/>
                </a:lnTo>
                <a:lnTo>
                  <a:pt x="7916070" y="8347218"/>
                </a:lnTo>
                <a:lnTo>
                  <a:pt x="0" y="8347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659" r="-74658" b="-1240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449470" y="1445396"/>
            <a:ext cx="9664681" cy="8046622"/>
          </a:xfrm>
          <a:custGeom>
            <a:avLst/>
            <a:gdLst/>
            <a:ahLst/>
            <a:cxnLst/>
            <a:rect l="l" t="t" r="r" b="b"/>
            <a:pathLst>
              <a:path w="9664681" h="8046622">
                <a:moveTo>
                  <a:pt x="0" y="0"/>
                </a:moveTo>
                <a:lnTo>
                  <a:pt x="9664680" y="0"/>
                </a:lnTo>
                <a:lnTo>
                  <a:pt x="9664680" y="8046622"/>
                </a:lnTo>
                <a:lnTo>
                  <a:pt x="0" y="8046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729" r="-3427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97163" y="141605"/>
            <a:ext cx="791607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portal  pages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1735" y="6831540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63958" y="-781916"/>
            <a:ext cx="1683983" cy="2405689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r="-12621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8652" y="2066886"/>
            <a:ext cx="9566210" cy="6869185"/>
          </a:xfrm>
          <a:custGeom>
            <a:avLst/>
            <a:gdLst/>
            <a:ahLst/>
            <a:cxnLst/>
            <a:rect l="l" t="t" r="r" b="b"/>
            <a:pathLst>
              <a:path w="9566210" h="6869185">
                <a:moveTo>
                  <a:pt x="0" y="0"/>
                </a:moveTo>
                <a:lnTo>
                  <a:pt x="9566211" y="0"/>
                </a:lnTo>
                <a:lnTo>
                  <a:pt x="9566211" y="6869185"/>
                </a:lnTo>
                <a:lnTo>
                  <a:pt x="0" y="68691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226" r="-28173" b="-1114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58934" y="2066886"/>
            <a:ext cx="8429066" cy="6890674"/>
          </a:xfrm>
          <a:custGeom>
            <a:avLst/>
            <a:gdLst/>
            <a:ahLst/>
            <a:cxnLst/>
            <a:rect l="l" t="t" r="r" b="b"/>
            <a:pathLst>
              <a:path w="8429066" h="6890674">
                <a:moveTo>
                  <a:pt x="0" y="0"/>
                </a:moveTo>
                <a:lnTo>
                  <a:pt x="8429066" y="0"/>
                </a:lnTo>
                <a:lnTo>
                  <a:pt x="8429066" y="6890673"/>
                </a:lnTo>
                <a:lnTo>
                  <a:pt x="0" y="6890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934" r="-29642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97163" y="141605"/>
            <a:ext cx="7861637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portal  pages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5929" y="1291948"/>
            <a:ext cx="2323149" cy="23231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61405" y="1847424"/>
            <a:ext cx="1212197" cy="1212197"/>
          </a:xfrm>
          <a:custGeom>
            <a:avLst/>
            <a:gdLst/>
            <a:ahLst/>
            <a:cxnLst/>
            <a:rect l="l" t="t" r="r" b="b"/>
            <a:pathLst>
              <a:path w="1212197" h="1212197">
                <a:moveTo>
                  <a:pt x="0" y="0"/>
                </a:moveTo>
                <a:lnTo>
                  <a:pt x="1212197" y="0"/>
                </a:lnTo>
                <a:lnTo>
                  <a:pt x="1212197" y="1212197"/>
                </a:lnTo>
                <a:lnTo>
                  <a:pt x="0" y="121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2066886"/>
            <a:ext cx="5754080" cy="8220114"/>
            <a:chOff x="0" y="0"/>
            <a:chExt cx="4445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2702363" y="2163091"/>
            <a:ext cx="1577649" cy="215411"/>
            <a:chOff x="0" y="0"/>
            <a:chExt cx="415512" cy="567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5512" cy="56734"/>
            </a:xfrm>
            <a:custGeom>
              <a:avLst/>
              <a:gdLst/>
              <a:ahLst/>
              <a:cxnLst/>
              <a:rect l="l" t="t" r="r" b="b"/>
              <a:pathLst>
                <a:path w="415512" h="56734">
                  <a:moveTo>
                    <a:pt x="0" y="0"/>
                  </a:moveTo>
                  <a:lnTo>
                    <a:pt x="415512" y="0"/>
                  </a:lnTo>
                  <a:lnTo>
                    <a:pt x="415512" y="56734"/>
                  </a:lnTo>
                  <a:lnTo>
                    <a:pt x="0" y="56734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15512" cy="104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730928" y="2026802"/>
            <a:ext cx="6854345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51"/>
              </a:lnSpc>
              <a:spcBef>
                <a:spcPct val="0"/>
              </a:spcBef>
            </a:pPr>
            <a:r>
              <a:rPr lang="en-US" sz="5376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09158" y="3538897"/>
            <a:ext cx="13133201" cy="539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NeuroFleetX successfully demonstrates how AI and IoT can modernize urban transport.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The platform improves operational efficiency, customer satisfaction, and data-driven management.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Future Scope: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Integration with real GPS/IoT sensors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Deep learning for driver behavior analysis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Cross-city fleet management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90195" y="3049848"/>
            <a:ext cx="7569105" cy="7868257"/>
            <a:chOff x="0" y="0"/>
            <a:chExt cx="6108573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t="-22279" b="-222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90195" y="736179"/>
            <a:ext cx="7569105" cy="7868257"/>
            <a:chOff x="0" y="0"/>
            <a:chExt cx="6108573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8012" r="-2801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668977" y="5048782"/>
            <a:ext cx="8547767" cy="572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54"/>
              </a:lnSpc>
              <a:spcBef>
                <a:spcPct val="0"/>
              </a:spcBef>
            </a:pPr>
            <a:r>
              <a:rPr lang="en-US" sz="3373" b="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CONNECT WITH US.</a:t>
            </a:r>
          </a:p>
        </p:txBody>
      </p:sp>
      <p:sp>
        <p:nvSpPr>
          <p:cNvPr id="7" name="Freeform 7"/>
          <p:cNvSpPr/>
          <p:nvPr/>
        </p:nvSpPr>
        <p:spPr>
          <a:xfrm>
            <a:off x="1668977" y="5745924"/>
            <a:ext cx="622951" cy="622951"/>
          </a:xfrm>
          <a:custGeom>
            <a:avLst/>
            <a:gdLst/>
            <a:ahLst/>
            <a:cxnLst/>
            <a:rect l="l" t="t" r="r" b="b"/>
            <a:pathLst>
              <a:path w="622951" h="622951">
                <a:moveTo>
                  <a:pt x="0" y="0"/>
                </a:moveTo>
                <a:lnTo>
                  <a:pt x="622951" y="0"/>
                </a:lnTo>
                <a:lnTo>
                  <a:pt x="622951" y="622951"/>
                </a:lnTo>
                <a:lnTo>
                  <a:pt x="0" y="62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690195" y="-62141"/>
            <a:ext cx="7569105" cy="7868257"/>
            <a:chOff x="0" y="0"/>
            <a:chExt cx="6108573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690195" y="-62141"/>
            <a:ext cx="7569105" cy="7868257"/>
            <a:chOff x="0" y="0"/>
            <a:chExt cx="6108573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8012" r="-2801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68977" y="3320418"/>
            <a:ext cx="5735021" cy="118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23"/>
              </a:lnSpc>
            </a:pPr>
            <a:r>
              <a:rPr lang="en-US" sz="6873" b="1" spc="419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13531" y="5849128"/>
            <a:ext cx="4962662" cy="407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8"/>
              </a:lnSpc>
              <a:spcBef>
                <a:spcPct val="0"/>
              </a:spcBef>
            </a:pPr>
            <a:r>
              <a:rPr lang="en-US" sz="2623" spc="131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m.jayanth431@outlook.com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379</Words>
  <Application>Microsoft Office PowerPoint</Application>
  <PresentationFormat>Custom</PresentationFormat>
  <Paragraphs>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Almarai</vt:lpstr>
      <vt:lpstr>Calibri</vt:lpstr>
      <vt:lpstr>Almarai Bold</vt:lpstr>
      <vt:lpstr>Canva Sans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</dc:title>
  <cp:lastModifiedBy>M Jayanth</cp:lastModifiedBy>
  <cp:revision>2</cp:revision>
  <dcterms:created xsi:type="dcterms:W3CDTF">2006-08-16T00:00:00Z</dcterms:created>
  <dcterms:modified xsi:type="dcterms:W3CDTF">2025-10-15T07:23:38Z</dcterms:modified>
  <dc:identifier>DAGxYO6pZ8g</dc:identifier>
</cp:coreProperties>
</file>